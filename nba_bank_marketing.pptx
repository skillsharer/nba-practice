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08451d285712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08451d285712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08451d28571216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08451d28571216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Next Best Action - Bank Marketing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/>
              <a:t>Goal: </a:t>
            </a:r>
            <a:r>
              <a:rPr lang="hu"/>
              <a:t>estimate which customers are likely to subscribe before the current campaign.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/>
              <a:t>Prediction:</a:t>
            </a:r>
            <a:r>
              <a:rPr lang="hu"/>
              <a:t> customer propensity to subscribe to a term deposit.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/>
              <a:t>NBA decision:</a:t>
            </a:r>
            <a:r>
              <a:rPr lang="hu"/>
              <a:t> use that propensity to support TARGET vs. DO NOT TARGET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hu"/>
              <a:t>Dataset:</a:t>
            </a:r>
            <a:r>
              <a:rPr lang="hu"/>
              <a:t> UCI Bank Marketing dataset; Historical bank-customer data with customer context and previous interactions. Relevant to NBA because historical information can support a future marketing decision.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Design, Challenges and Results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448000" cy="28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1200"/>
              <a:t>Main repository design: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1. EDA and define prediction time.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2. Exclude current-campaign features unavailable before the campaign.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3. Preprocess numerical and categorical features in a scikit-learn Pipeline.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4. Compare Logistic Regression, Decision Tree and Random Forest.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5. Select by 5-fold stratified CV Average Precision.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1100"/>
              <a:t>6. Select threshold from out-of-fold predictions; evaluate once on the held-out test set.</a:t>
            </a:r>
            <a:endParaRPr sz="12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880275" y="1152475"/>
            <a:ext cx="2536500" cy="30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1200"/>
              <a:t>Key challenges and their resolutions: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1. Class imbalance - AP for model selection, Precision/Recall/F1 score for proper model evaluation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2. Leaky features - Removed these features in the training pipeline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3. Special, skewed features - Introduced standard and robust scaling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4. No defined FN/FP business costs - Used the F1 score to have balance between precision and recall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/>
              <a:t>5. Reproducibility - Next to .ipynb I introduced a modular training pipeline with fixed seed.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135825" y="1195200"/>
            <a:ext cx="2371200" cy="2102700"/>
          </a:xfrm>
          <a:prstGeom prst="rect">
            <a:avLst/>
          </a:prstGeom>
        </p:spPr>
        <p:txBody>
          <a:bodyPr anchorCtr="0" anchor="t" bIns="56275" lIns="56275" spcFirstLastPara="1" rIns="56275" wrap="square" tIns="56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1108"/>
              <a:t>OOF threshold selection:</a:t>
            </a:r>
            <a:endParaRPr b="1"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Selected model: random_forest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Threshold: 0.1815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Precision: 0.4039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Recall: 0.4164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F1: 0.41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1108"/>
              <a:t>Final test set evaluation:</a:t>
            </a:r>
            <a:endParaRPr b="1"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Threshold: 0.1815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Average Precision: 0.3905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Precision: 0.4095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Recall: 0.4149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108"/>
              <a:t>F1: 0.4122</a:t>
            </a:r>
            <a:endParaRPr sz="1108"/>
          </a:p>
          <a:p>
            <a:pPr indent="0" lvl="0" marL="0" rtl="0" algn="l">
              <a:spcBef>
                <a:spcPts val="0"/>
              </a:spcBef>
              <a:spcAft>
                <a:spcPts val="739"/>
              </a:spcAft>
              <a:buNone/>
            </a:pPr>
            <a:r>
              <a:t/>
            </a:r>
            <a:endParaRPr sz="1108"/>
          </a:p>
        </p:txBody>
      </p:sp>
      <p:pic>
        <p:nvPicPr>
          <p:cNvPr id="64" name="Google Shape;64;p14" title="pr-cv-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67" y="3135138"/>
            <a:ext cx="2655756" cy="1896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